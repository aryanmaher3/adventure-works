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y Grotesk Wide Bold" charset="1" panose="00000805000000000000"/>
      <p:regular r:id="rId17"/>
    </p:embeddedFont>
    <p:embeddedFont>
      <p:font typeface="Cy Grotesk Wide" charset="1" panose="00000505000000000000"/>
      <p:regular r:id="rId18"/>
    </p:embeddedFont>
    <p:embeddedFont>
      <p:font typeface="Telegraf Bold" charset="1" panose="00000800000000000000"/>
      <p:regular r:id="rId19"/>
    </p:embeddedFont>
    <p:embeddedFont>
      <p:font typeface="Telegraf" charset="1" panose="00000500000000000000"/>
      <p:regular r:id="rId20"/>
    </p:embeddedFont>
    <p:embeddedFont>
      <p:font typeface="Open Sans" charset="1" panose="020B06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47897" y="384175"/>
            <a:ext cx="7094483" cy="4114800"/>
          </a:xfrm>
          <a:custGeom>
            <a:avLst/>
            <a:gdLst/>
            <a:ahLst/>
            <a:cxnLst/>
            <a:rect r="r" b="b" t="t" l="l"/>
            <a:pathLst>
              <a:path h="4114800" w="7094483">
                <a:moveTo>
                  <a:pt x="0" y="4114800"/>
                </a:moveTo>
                <a:lnTo>
                  <a:pt x="7094483" y="4114800"/>
                </a:lnTo>
                <a:lnTo>
                  <a:pt x="7094483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39991" y="2977582"/>
            <a:ext cx="13873089" cy="373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32"/>
              </a:lnSpc>
            </a:pPr>
            <a:r>
              <a:rPr lang="en-US" b="true" sz="10737" spc="1760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ADVENTURE</a:t>
            </a:r>
            <a:r>
              <a:rPr lang="en-US" b="true" sz="10737" spc="1760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 WORKS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26709" y="6764146"/>
            <a:ext cx="863458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Group 6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1634190" y="5777765"/>
            <a:ext cx="7094483" cy="4114800"/>
          </a:xfrm>
          <a:custGeom>
            <a:avLst/>
            <a:gdLst/>
            <a:ahLst/>
            <a:cxnLst/>
            <a:rect r="r" b="b" t="t" l="l"/>
            <a:pathLst>
              <a:path h="4114800" w="7094483">
                <a:moveTo>
                  <a:pt x="7094483" y="0"/>
                </a:moveTo>
                <a:lnTo>
                  <a:pt x="0" y="0"/>
                </a:lnTo>
                <a:lnTo>
                  <a:pt x="0" y="4114800"/>
                </a:lnTo>
                <a:lnTo>
                  <a:pt x="7094483" y="4114800"/>
                </a:lnTo>
                <a:lnTo>
                  <a:pt x="709448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47897" y="384175"/>
            <a:ext cx="7094483" cy="4114800"/>
          </a:xfrm>
          <a:custGeom>
            <a:avLst/>
            <a:gdLst/>
            <a:ahLst/>
            <a:cxnLst/>
            <a:rect r="r" b="b" t="t" l="l"/>
            <a:pathLst>
              <a:path h="4114800" w="7094483">
                <a:moveTo>
                  <a:pt x="0" y="4114800"/>
                </a:moveTo>
                <a:lnTo>
                  <a:pt x="7094483" y="4114800"/>
                </a:lnTo>
                <a:lnTo>
                  <a:pt x="7094483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634190" y="5777765"/>
            <a:ext cx="7094483" cy="4114800"/>
          </a:xfrm>
          <a:custGeom>
            <a:avLst/>
            <a:gdLst/>
            <a:ahLst/>
            <a:cxnLst/>
            <a:rect r="r" b="b" t="t" l="l"/>
            <a:pathLst>
              <a:path h="4114800" w="7094483">
                <a:moveTo>
                  <a:pt x="7094483" y="0"/>
                </a:moveTo>
                <a:lnTo>
                  <a:pt x="0" y="0"/>
                </a:lnTo>
                <a:lnTo>
                  <a:pt x="0" y="4114800"/>
                </a:lnTo>
                <a:lnTo>
                  <a:pt x="7094483" y="4114800"/>
                </a:lnTo>
                <a:lnTo>
                  <a:pt x="709448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62901" y="1790700"/>
            <a:ext cx="11162198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spc="90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TEAM CONTRIBUTION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2876" y="3171825"/>
            <a:ext cx="14282249" cy="463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Aryan &amp; Ranjesh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Performed data cleaning (handling missing values, removing duplicates)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Worked on data modeling and combining datasets into a master table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Rashmi &amp; Nishant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Designed and developed interactive dashboards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Created KPIs (Key Performance Indicators)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Added filters/slicers for better user interaction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Built visualizations (charts, graphs) for better understanding of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2876" y="3188076"/>
            <a:ext cx="14282249" cy="432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organization shared Eight Excel datasets containing sales-related information.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All datasets followed a uniform structure with identical columns, making them suitable for consolidation.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data consisted of key fields such as product, sales value, transaction date, and region.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This project focuses on data cleaning, merging, and analysis to extract meaningful business insights.</a:t>
            </a:r>
          </a:p>
          <a:p>
            <a:pPr algn="r">
              <a:lnSpc>
                <a:spcPts val="375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238312" y="7512426"/>
            <a:ext cx="3015499" cy="3015499"/>
          </a:xfrm>
          <a:custGeom>
            <a:avLst/>
            <a:gdLst/>
            <a:ahLst/>
            <a:cxnLst/>
            <a:rect r="r" b="b" t="t" l="l"/>
            <a:pathLst>
              <a:path h="3015499" w="3015499">
                <a:moveTo>
                  <a:pt x="0" y="3015498"/>
                </a:moveTo>
                <a:lnTo>
                  <a:pt x="3015499" y="3015498"/>
                </a:lnTo>
                <a:lnTo>
                  <a:pt x="3015499" y="0"/>
                </a:lnTo>
                <a:lnTo>
                  <a:pt x="0" y="0"/>
                </a:lnTo>
                <a:lnTo>
                  <a:pt x="0" y="301549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8312" y="-142875"/>
            <a:ext cx="3015499" cy="3015499"/>
          </a:xfrm>
          <a:custGeom>
            <a:avLst/>
            <a:gdLst/>
            <a:ahLst/>
            <a:cxnLst/>
            <a:rect r="r" b="b" t="t" l="l"/>
            <a:pathLst>
              <a:path h="3015499" w="3015499">
                <a:moveTo>
                  <a:pt x="0" y="0"/>
                </a:moveTo>
                <a:lnTo>
                  <a:pt x="3015499" y="0"/>
                </a:lnTo>
                <a:lnTo>
                  <a:pt x="3015499" y="3015499"/>
                </a:lnTo>
                <a:lnTo>
                  <a:pt x="0" y="3015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60400" y="1790700"/>
            <a:ext cx="8367200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spc="90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INTRODUCTION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3249640" y="2461631"/>
            <a:ext cx="9415520" cy="2122772"/>
          </a:xfrm>
          <a:custGeom>
            <a:avLst/>
            <a:gdLst/>
            <a:ahLst/>
            <a:cxnLst/>
            <a:rect r="r" b="b" t="t" l="l"/>
            <a:pathLst>
              <a:path h="2122772" w="9415520">
                <a:moveTo>
                  <a:pt x="0" y="0"/>
                </a:moveTo>
                <a:lnTo>
                  <a:pt x="9415520" y="0"/>
                </a:lnTo>
                <a:lnTo>
                  <a:pt x="9415520" y="2122771"/>
                </a:lnTo>
                <a:lnTo>
                  <a:pt x="0" y="2122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6194931" y="8931860"/>
            <a:ext cx="3524938" cy="2122772"/>
          </a:xfrm>
          <a:custGeom>
            <a:avLst/>
            <a:gdLst/>
            <a:ahLst/>
            <a:cxnLst/>
            <a:rect r="r" b="b" t="t" l="l"/>
            <a:pathLst>
              <a:path h="2122772" w="3524938">
                <a:moveTo>
                  <a:pt x="0" y="0"/>
                </a:moveTo>
                <a:lnTo>
                  <a:pt x="3524938" y="0"/>
                </a:lnTo>
                <a:lnTo>
                  <a:pt x="3524938" y="2122771"/>
                </a:lnTo>
                <a:lnTo>
                  <a:pt x="0" y="2122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7111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2876" y="3181350"/>
            <a:ext cx="14282249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analyze sales data provided in multiple Excel sheets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clean and standardize the dataset for accurate analysis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combine all datasets into a single master sheet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create a structured table for better data organization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solve 13 analytical questions using Excel tools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perform the same analysis using Excel, Power BI, SQL, and Tableau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create interactive dashboards for better data visualization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generate meaningful business insights for decision-making</a:t>
            </a: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improve skills in data analysis and visualization tools</a:t>
            </a:r>
          </a:p>
          <a:p>
            <a:pPr algn="r">
              <a:lnSpc>
                <a:spcPts val="375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238312" y="7512426"/>
            <a:ext cx="3015499" cy="3015499"/>
          </a:xfrm>
          <a:custGeom>
            <a:avLst/>
            <a:gdLst/>
            <a:ahLst/>
            <a:cxnLst/>
            <a:rect r="r" b="b" t="t" l="l"/>
            <a:pathLst>
              <a:path h="3015499" w="3015499">
                <a:moveTo>
                  <a:pt x="0" y="3015498"/>
                </a:moveTo>
                <a:lnTo>
                  <a:pt x="3015499" y="3015498"/>
                </a:lnTo>
                <a:lnTo>
                  <a:pt x="3015499" y="0"/>
                </a:lnTo>
                <a:lnTo>
                  <a:pt x="0" y="0"/>
                </a:lnTo>
                <a:lnTo>
                  <a:pt x="0" y="301549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8312" y="-142875"/>
            <a:ext cx="3015499" cy="3015499"/>
          </a:xfrm>
          <a:custGeom>
            <a:avLst/>
            <a:gdLst/>
            <a:ahLst/>
            <a:cxnLst/>
            <a:rect r="r" b="b" t="t" l="l"/>
            <a:pathLst>
              <a:path h="3015499" w="3015499">
                <a:moveTo>
                  <a:pt x="0" y="0"/>
                </a:moveTo>
                <a:lnTo>
                  <a:pt x="3015499" y="0"/>
                </a:lnTo>
                <a:lnTo>
                  <a:pt x="3015499" y="3015499"/>
                </a:lnTo>
                <a:lnTo>
                  <a:pt x="0" y="3015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72841" y="1790700"/>
            <a:ext cx="6142317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spc="90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OBJECTIVE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3249640" y="2461631"/>
            <a:ext cx="9415520" cy="2122772"/>
          </a:xfrm>
          <a:custGeom>
            <a:avLst/>
            <a:gdLst/>
            <a:ahLst/>
            <a:cxnLst/>
            <a:rect r="r" b="b" t="t" l="l"/>
            <a:pathLst>
              <a:path h="2122772" w="9415520">
                <a:moveTo>
                  <a:pt x="0" y="0"/>
                </a:moveTo>
                <a:lnTo>
                  <a:pt x="9415520" y="0"/>
                </a:lnTo>
                <a:lnTo>
                  <a:pt x="9415520" y="2122771"/>
                </a:lnTo>
                <a:lnTo>
                  <a:pt x="0" y="2122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6194931" y="8931860"/>
            <a:ext cx="3524938" cy="2122772"/>
          </a:xfrm>
          <a:custGeom>
            <a:avLst/>
            <a:gdLst/>
            <a:ahLst/>
            <a:cxnLst/>
            <a:rect r="r" b="b" t="t" l="l"/>
            <a:pathLst>
              <a:path h="2122772" w="3524938">
                <a:moveTo>
                  <a:pt x="0" y="0"/>
                </a:moveTo>
                <a:lnTo>
                  <a:pt x="3524938" y="0"/>
                </a:lnTo>
                <a:lnTo>
                  <a:pt x="3524938" y="2122771"/>
                </a:lnTo>
                <a:lnTo>
                  <a:pt x="0" y="2122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7111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5714" y="3228975"/>
            <a:ext cx="15191872" cy="570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dataset used is based on Adventure Works sales data</a:t>
            </a:r>
          </a:p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contains important fields such as:</a:t>
            </a:r>
          </a:p>
          <a:p>
            <a:pPr algn="just" marL="1295403" indent="-431801" lvl="2">
              <a:lnSpc>
                <a:spcPts val="375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Category (e.g., Bikes, Accessories)</a:t>
            </a:r>
          </a:p>
          <a:p>
            <a:pPr algn="just" marL="1295403" indent="-431801" lvl="2">
              <a:lnSpc>
                <a:spcPts val="375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Sub-Category (e.g., Mountain Bikes, Helmets)</a:t>
            </a:r>
          </a:p>
          <a:p>
            <a:pPr algn="just" marL="1295403" indent="-431801" lvl="2">
              <a:lnSpc>
                <a:spcPts val="375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Region (sales location)</a:t>
            </a:r>
          </a:p>
          <a:p>
            <a:pPr algn="just" marL="1295403" indent="-431801" lvl="2">
              <a:lnSpc>
                <a:spcPts val="375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Year (sales year)</a:t>
            </a:r>
          </a:p>
          <a:p>
            <a:pPr algn="just" marL="1295403" indent="-431801" lvl="2">
              <a:lnSpc>
                <a:spcPts val="375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Month (monthly sales data)</a:t>
            </a:r>
          </a:p>
          <a:p>
            <a:pPr algn="just" marL="1295403" indent="-431801" lvl="2">
              <a:lnSpc>
                <a:spcPts val="375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Sales Amount (revenue generated)</a:t>
            </a:r>
          </a:p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data is structured and consistent, making it suitable for analysis</a:t>
            </a:r>
          </a:p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helps in understanding sales trends, regional performance, and product performance</a:t>
            </a:r>
          </a:p>
          <a:p>
            <a:pPr algn="just">
              <a:lnSpc>
                <a:spcPts val="375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5054620">
            <a:off x="-1803573" y="-1771629"/>
            <a:ext cx="4636084" cy="4568650"/>
          </a:xfrm>
          <a:custGeom>
            <a:avLst/>
            <a:gdLst/>
            <a:ahLst/>
            <a:cxnLst/>
            <a:rect r="r" b="b" t="t" l="l"/>
            <a:pathLst>
              <a:path h="4568650" w="4636084">
                <a:moveTo>
                  <a:pt x="0" y="0"/>
                </a:moveTo>
                <a:lnTo>
                  <a:pt x="4636083" y="0"/>
                </a:lnTo>
                <a:lnTo>
                  <a:pt x="4636083" y="4568649"/>
                </a:lnTo>
                <a:lnTo>
                  <a:pt x="0" y="4568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054620">
            <a:off x="15450790" y="-1771629"/>
            <a:ext cx="4636084" cy="4568650"/>
          </a:xfrm>
          <a:custGeom>
            <a:avLst/>
            <a:gdLst/>
            <a:ahLst/>
            <a:cxnLst/>
            <a:rect r="r" b="b" t="t" l="l"/>
            <a:pathLst>
              <a:path h="4568650" w="4636084">
                <a:moveTo>
                  <a:pt x="0" y="4568649"/>
                </a:moveTo>
                <a:lnTo>
                  <a:pt x="4636084" y="4568649"/>
                </a:lnTo>
                <a:lnTo>
                  <a:pt x="4636084" y="0"/>
                </a:lnTo>
                <a:lnTo>
                  <a:pt x="0" y="0"/>
                </a:lnTo>
                <a:lnTo>
                  <a:pt x="0" y="456864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86689" y="9008239"/>
            <a:ext cx="6538912" cy="2557521"/>
          </a:xfrm>
          <a:custGeom>
            <a:avLst/>
            <a:gdLst/>
            <a:ahLst/>
            <a:cxnLst/>
            <a:rect r="r" b="b" t="t" l="l"/>
            <a:pathLst>
              <a:path h="2557521" w="6538912">
                <a:moveTo>
                  <a:pt x="0" y="0"/>
                </a:moveTo>
                <a:lnTo>
                  <a:pt x="6538913" y="0"/>
                </a:lnTo>
                <a:lnTo>
                  <a:pt x="6538913" y="2557522"/>
                </a:lnTo>
                <a:lnTo>
                  <a:pt x="0" y="2557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1709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22119" y="1790700"/>
            <a:ext cx="12243762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spc="90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DATASET DESCRIPTION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952224" y="9258300"/>
            <a:ext cx="6538912" cy="2557521"/>
          </a:xfrm>
          <a:custGeom>
            <a:avLst/>
            <a:gdLst/>
            <a:ahLst/>
            <a:cxnLst/>
            <a:rect r="r" b="b" t="t" l="l"/>
            <a:pathLst>
              <a:path h="2557521" w="6538912">
                <a:moveTo>
                  <a:pt x="0" y="0"/>
                </a:moveTo>
                <a:lnTo>
                  <a:pt x="6538912" y="0"/>
                </a:lnTo>
                <a:lnTo>
                  <a:pt x="6538912" y="2557521"/>
                </a:lnTo>
                <a:lnTo>
                  <a:pt x="0" y="2557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1709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91136" y="9258300"/>
            <a:ext cx="6538912" cy="2557521"/>
          </a:xfrm>
          <a:custGeom>
            <a:avLst/>
            <a:gdLst/>
            <a:ahLst/>
            <a:cxnLst/>
            <a:rect r="r" b="b" t="t" l="l"/>
            <a:pathLst>
              <a:path h="2557521" w="6538912">
                <a:moveTo>
                  <a:pt x="0" y="0"/>
                </a:moveTo>
                <a:lnTo>
                  <a:pt x="6538912" y="0"/>
                </a:lnTo>
                <a:lnTo>
                  <a:pt x="6538912" y="2557521"/>
                </a:lnTo>
                <a:lnTo>
                  <a:pt x="0" y="2557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1709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5714" y="3228975"/>
            <a:ext cx="15191872" cy="570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Understanding the dataset: Reviewed fields like Category, Sub-Category, Region, Year, Month, and Sales</a:t>
            </a:r>
          </a:p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ning objectives: Planned to answer 13 business questions and generate insights</a:t>
            </a:r>
          </a:p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ata collection &amp; organization: Gathered all 8 Excel sheets in one place</a:t>
            </a:r>
          </a:p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cleaning plan: Checked for missing values, duplicates, and consistency</a:t>
            </a:r>
          </a:p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merging strategy: Combined all sheets into one master dataset</a:t>
            </a:r>
          </a:p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Tool selection: Chose Excel, Power BI, SQL, and Tableau for analysis and visualization</a:t>
            </a:r>
          </a:p>
          <a:p>
            <a:pPr algn="just" marL="647702" indent="-323851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Dashboard planning: Decided to create interactive dashboards for better understanding of trends</a:t>
            </a:r>
          </a:p>
          <a:p>
            <a:pPr algn="just">
              <a:lnSpc>
                <a:spcPts val="375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5054620">
            <a:off x="-1803573" y="-1771629"/>
            <a:ext cx="4636084" cy="4568650"/>
          </a:xfrm>
          <a:custGeom>
            <a:avLst/>
            <a:gdLst/>
            <a:ahLst/>
            <a:cxnLst/>
            <a:rect r="r" b="b" t="t" l="l"/>
            <a:pathLst>
              <a:path h="4568650" w="4636084">
                <a:moveTo>
                  <a:pt x="0" y="0"/>
                </a:moveTo>
                <a:lnTo>
                  <a:pt x="4636083" y="0"/>
                </a:lnTo>
                <a:lnTo>
                  <a:pt x="4636083" y="4568649"/>
                </a:lnTo>
                <a:lnTo>
                  <a:pt x="0" y="4568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054620">
            <a:off x="15450790" y="-1771629"/>
            <a:ext cx="4636084" cy="4568650"/>
          </a:xfrm>
          <a:custGeom>
            <a:avLst/>
            <a:gdLst/>
            <a:ahLst/>
            <a:cxnLst/>
            <a:rect r="r" b="b" t="t" l="l"/>
            <a:pathLst>
              <a:path h="4568650" w="4636084">
                <a:moveTo>
                  <a:pt x="0" y="4568649"/>
                </a:moveTo>
                <a:lnTo>
                  <a:pt x="4636084" y="4568649"/>
                </a:lnTo>
                <a:lnTo>
                  <a:pt x="4636084" y="0"/>
                </a:lnTo>
                <a:lnTo>
                  <a:pt x="0" y="0"/>
                </a:lnTo>
                <a:lnTo>
                  <a:pt x="0" y="456864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86689" y="9008239"/>
            <a:ext cx="6538912" cy="2557521"/>
          </a:xfrm>
          <a:custGeom>
            <a:avLst/>
            <a:gdLst/>
            <a:ahLst/>
            <a:cxnLst/>
            <a:rect r="r" b="b" t="t" l="l"/>
            <a:pathLst>
              <a:path h="2557521" w="6538912">
                <a:moveTo>
                  <a:pt x="0" y="0"/>
                </a:moveTo>
                <a:lnTo>
                  <a:pt x="6538913" y="0"/>
                </a:lnTo>
                <a:lnTo>
                  <a:pt x="6538913" y="2557522"/>
                </a:lnTo>
                <a:lnTo>
                  <a:pt x="0" y="2557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1709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91497" y="1790700"/>
            <a:ext cx="13105007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b="true" sz="5499" spc="90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PLANNING THE ANALYSIS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952224" y="9258300"/>
            <a:ext cx="6538912" cy="2557521"/>
          </a:xfrm>
          <a:custGeom>
            <a:avLst/>
            <a:gdLst/>
            <a:ahLst/>
            <a:cxnLst/>
            <a:rect r="r" b="b" t="t" l="l"/>
            <a:pathLst>
              <a:path h="2557521" w="6538912">
                <a:moveTo>
                  <a:pt x="0" y="0"/>
                </a:moveTo>
                <a:lnTo>
                  <a:pt x="6538912" y="0"/>
                </a:lnTo>
                <a:lnTo>
                  <a:pt x="6538912" y="2557521"/>
                </a:lnTo>
                <a:lnTo>
                  <a:pt x="0" y="2557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1709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91136" y="9258300"/>
            <a:ext cx="6538912" cy="2557521"/>
          </a:xfrm>
          <a:custGeom>
            <a:avLst/>
            <a:gdLst/>
            <a:ahLst/>
            <a:cxnLst/>
            <a:rect r="r" b="b" t="t" l="l"/>
            <a:pathLst>
              <a:path h="2557521" w="6538912">
                <a:moveTo>
                  <a:pt x="0" y="0"/>
                </a:moveTo>
                <a:lnTo>
                  <a:pt x="6538912" y="0"/>
                </a:lnTo>
                <a:lnTo>
                  <a:pt x="6538912" y="2557521"/>
                </a:lnTo>
                <a:lnTo>
                  <a:pt x="0" y="2557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1709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4605" y="3181350"/>
            <a:ext cx="12758789" cy="337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Microsoft Excel – for data cleaning, merging sheets, and basic analysis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SQL – for querying and managing structured data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Power BI – for creating interactive dashboards and visualizations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Tableau – for advanced data visualization and dashboard design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Computer/Laptop – for performing analysis and handling datasets</a:t>
            </a:r>
          </a:p>
          <a:p>
            <a:pPr algn="just">
              <a:lnSpc>
                <a:spcPts val="375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595531" y="-3302877"/>
            <a:ext cx="7191063" cy="7200900"/>
          </a:xfrm>
          <a:custGeom>
            <a:avLst/>
            <a:gdLst/>
            <a:ahLst/>
            <a:cxnLst/>
            <a:rect r="r" b="b" t="t" l="l"/>
            <a:pathLst>
              <a:path h="7200900" w="7191063">
                <a:moveTo>
                  <a:pt x="0" y="0"/>
                </a:moveTo>
                <a:lnTo>
                  <a:pt x="7191062" y="0"/>
                </a:lnTo>
                <a:lnTo>
                  <a:pt x="7191062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76651" y="7343093"/>
            <a:ext cx="7191063" cy="7200900"/>
          </a:xfrm>
          <a:custGeom>
            <a:avLst/>
            <a:gdLst/>
            <a:ahLst/>
            <a:cxnLst/>
            <a:rect r="r" b="b" t="t" l="l"/>
            <a:pathLst>
              <a:path h="7200900" w="7191063">
                <a:moveTo>
                  <a:pt x="0" y="0"/>
                </a:moveTo>
                <a:lnTo>
                  <a:pt x="7191063" y="0"/>
                </a:lnTo>
                <a:lnTo>
                  <a:pt x="7191063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30468" y="-2156188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57532" y="1790700"/>
            <a:ext cx="6572936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 spc="90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TOOLS USED 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645744" y="8886143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6503276" y="0"/>
                </a:moveTo>
                <a:lnTo>
                  <a:pt x="0" y="0"/>
                </a:lnTo>
                <a:lnTo>
                  <a:pt x="0" y="4114800"/>
                </a:lnTo>
                <a:lnTo>
                  <a:pt x="6503276" y="4114800"/>
                </a:lnTo>
                <a:lnTo>
                  <a:pt x="650327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3234887" y="-486042"/>
            <a:ext cx="5409281" cy="5409281"/>
          </a:xfrm>
          <a:custGeom>
            <a:avLst/>
            <a:gdLst/>
            <a:ahLst/>
            <a:cxnLst/>
            <a:rect r="r" b="b" t="t" l="l"/>
            <a:pathLst>
              <a:path h="5409281" w="5409281">
                <a:moveTo>
                  <a:pt x="0" y="5409282"/>
                </a:moveTo>
                <a:lnTo>
                  <a:pt x="5409281" y="5409282"/>
                </a:lnTo>
                <a:lnTo>
                  <a:pt x="5409281" y="0"/>
                </a:lnTo>
                <a:lnTo>
                  <a:pt x="0" y="0"/>
                </a:lnTo>
                <a:lnTo>
                  <a:pt x="0" y="540928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82127" y="5827923"/>
            <a:ext cx="4762041" cy="4762041"/>
          </a:xfrm>
          <a:custGeom>
            <a:avLst/>
            <a:gdLst/>
            <a:ahLst/>
            <a:cxnLst/>
            <a:rect r="r" b="b" t="t" l="l"/>
            <a:pathLst>
              <a:path h="4762041" w="4762041">
                <a:moveTo>
                  <a:pt x="0" y="0"/>
                </a:moveTo>
                <a:lnTo>
                  <a:pt x="4762041" y="0"/>
                </a:lnTo>
                <a:lnTo>
                  <a:pt x="4762041" y="4762040"/>
                </a:lnTo>
                <a:lnTo>
                  <a:pt x="0" y="4762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39139" y="6224525"/>
            <a:ext cx="4892315" cy="5122843"/>
          </a:xfrm>
          <a:custGeom>
            <a:avLst/>
            <a:gdLst/>
            <a:ahLst/>
            <a:cxnLst/>
            <a:rect r="r" b="b" t="t" l="l"/>
            <a:pathLst>
              <a:path h="5122843" w="4892315">
                <a:moveTo>
                  <a:pt x="4892315" y="0"/>
                </a:moveTo>
                <a:lnTo>
                  <a:pt x="0" y="0"/>
                </a:lnTo>
                <a:lnTo>
                  <a:pt x="0" y="5122843"/>
                </a:lnTo>
                <a:lnTo>
                  <a:pt x="4892315" y="5122843"/>
                </a:lnTo>
                <a:lnTo>
                  <a:pt x="48923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47461" y="1262924"/>
            <a:ext cx="6593079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 spc="90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DASHBOARD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-373607" y="-758747"/>
            <a:ext cx="4892315" cy="5122843"/>
          </a:xfrm>
          <a:custGeom>
            <a:avLst/>
            <a:gdLst/>
            <a:ahLst/>
            <a:cxnLst/>
            <a:rect r="r" b="b" t="t" l="l"/>
            <a:pathLst>
              <a:path h="5122843" w="4892315">
                <a:moveTo>
                  <a:pt x="4892315" y="5122843"/>
                </a:moveTo>
                <a:lnTo>
                  <a:pt x="0" y="5122843"/>
                </a:lnTo>
                <a:lnTo>
                  <a:pt x="0" y="0"/>
                </a:lnTo>
                <a:lnTo>
                  <a:pt x="4892315" y="0"/>
                </a:lnTo>
                <a:lnTo>
                  <a:pt x="4892315" y="512284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8586" y="2410433"/>
            <a:ext cx="14910827" cy="7628185"/>
          </a:xfrm>
          <a:custGeom>
            <a:avLst/>
            <a:gdLst/>
            <a:ahLst/>
            <a:cxnLst/>
            <a:rect r="r" b="b" t="t" l="l"/>
            <a:pathLst>
              <a:path h="7628185" w="14910827">
                <a:moveTo>
                  <a:pt x="0" y="0"/>
                </a:moveTo>
                <a:lnTo>
                  <a:pt x="14910828" y="0"/>
                </a:lnTo>
                <a:lnTo>
                  <a:pt x="14910828" y="7628185"/>
                </a:lnTo>
                <a:lnTo>
                  <a:pt x="0" y="76281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182" r="-421" b="-117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4605" y="3181350"/>
            <a:ext cx="12758789" cy="38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Developed strong data analysis skills using tools like Microsoft Excel, Power BI, Tableau, and SQL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Improved ability in data cleaning and data preparation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Learned to combine multiple datasets into a single master dataset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Gain</a:t>
            </a: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ed experience in creating dashboards and visualizations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Enh</a:t>
            </a: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anced problem-solving and analytical thinking skills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Developed business insight generation from raw data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Improved technical and presentation skills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595531" y="-3302877"/>
            <a:ext cx="7191063" cy="7200900"/>
          </a:xfrm>
          <a:custGeom>
            <a:avLst/>
            <a:gdLst/>
            <a:ahLst/>
            <a:cxnLst/>
            <a:rect r="r" b="b" t="t" l="l"/>
            <a:pathLst>
              <a:path h="7200900" w="7191063">
                <a:moveTo>
                  <a:pt x="0" y="0"/>
                </a:moveTo>
                <a:lnTo>
                  <a:pt x="7191062" y="0"/>
                </a:lnTo>
                <a:lnTo>
                  <a:pt x="7191062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76651" y="7343093"/>
            <a:ext cx="7191063" cy="7200900"/>
          </a:xfrm>
          <a:custGeom>
            <a:avLst/>
            <a:gdLst/>
            <a:ahLst/>
            <a:cxnLst/>
            <a:rect r="r" b="b" t="t" l="l"/>
            <a:pathLst>
              <a:path h="7200900" w="7191063">
                <a:moveTo>
                  <a:pt x="0" y="0"/>
                </a:moveTo>
                <a:lnTo>
                  <a:pt x="7191063" y="0"/>
                </a:lnTo>
                <a:lnTo>
                  <a:pt x="7191063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30468" y="-2156188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96287" y="1790700"/>
            <a:ext cx="8295426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 spc="90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SKILLS GAINED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645744" y="8886143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6503276" y="0"/>
                </a:moveTo>
                <a:lnTo>
                  <a:pt x="0" y="0"/>
                </a:lnTo>
                <a:lnTo>
                  <a:pt x="0" y="4114800"/>
                </a:lnTo>
                <a:lnTo>
                  <a:pt x="6503276" y="4114800"/>
                </a:lnTo>
                <a:lnTo>
                  <a:pt x="650327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5258" y="3181350"/>
            <a:ext cx="14697483" cy="575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project successfully analyzed sales data from the Adventure Works dataset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Multiple Excel sheets were cleaned, merged, and converted into a single master dataset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structured table was created to simplify analysis and improve accuracy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All 13 analytical questions were solved using tools like Microsoft Excel, SQL, Power BI, and Tableau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Interactive dashboards helped in visualizing trends and patterns effectively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project provided valuable business insights such as sales trends, regional performance, and product performance</a:t>
            </a: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Overall, it enhanced data analysis, visualization, and decision-making skills</a:t>
            </a:r>
          </a:p>
          <a:p>
            <a:pPr algn="just">
              <a:lnSpc>
                <a:spcPts val="375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3234887" y="-486042"/>
            <a:ext cx="5409281" cy="5409281"/>
          </a:xfrm>
          <a:custGeom>
            <a:avLst/>
            <a:gdLst/>
            <a:ahLst/>
            <a:cxnLst/>
            <a:rect r="r" b="b" t="t" l="l"/>
            <a:pathLst>
              <a:path h="5409281" w="5409281">
                <a:moveTo>
                  <a:pt x="0" y="5409282"/>
                </a:moveTo>
                <a:lnTo>
                  <a:pt x="5409281" y="5409282"/>
                </a:lnTo>
                <a:lnTo>
                  <a:pt x="5409281" y="0"/>
                </a:lnTo>
                <a:lnTo>
                  <a:pt x="0" y="0"/>
                </a:lnTo>
                <a:lnTo>
                  <a:pt x="0" y="540928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82127" y="5827923"/>
            <a:ext cx="4762041" cy="4762041"/>
          </a:xfrm>
          <a:custGeom>
            <a:avLst/>
            <a:gdLst/>
            <a:ahLst/>
            <a:cxnLst/>
            <a:rect r="r" b="b" t="t" l="l"/>
            <a:pathLst>
              <a:path h="4762041" w="4762041">
                <a:moveTo>
                  <a:pt x="0" y="0"/>
                </a:moveTo>
                <a:lnTo>
                  <a:pt x="4762041" y="0"/>
                </a:lnTo>
                <a:lnTo>
                  <a:pt x="4762041" y="4762040"/>
                </a:lnTo>
                <a:lnTo>
                  <a:pt x="0" y="4762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939139" y="6224525"/>
            <a:ext cx="4892315" cy="5122843"/>
          </a:xfrm>
          <a:custGeom>
            <a:avLst/>
            <a:gdLst/>
            <a:ahLst/>
            <a:cxnLst/>
            <a:rect r="r" b="b" t="t" l="l"/>
            <a:pathLst>
              <a:path h="5122843" w="4892315">
                <a:moveTo>
                  <a:pt x="4892315" y="0"/>
                </a:moveTo>
                <a:lnTo>
                  <a:pt x="0" y="0"/>
                </a:lnTo>
                <a:lnTo>
                  <a:pt x="0" y="5122843"/>
                </a:lnTo>
                <a:lnTo>
                  <a:pt x="4892315" y="5122843"/>
                </a:lnTo>
                <a:lnTo>
                  <a:pt x="48923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12052" y="1790700"/>
            <a:ext cx="9463895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 spc="90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CONCLUSION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-373607" y="-758747"/>
            <a:ext cx="4892315" cy="5122843"/>
          </a:xfrm>
          <a:custGeom>
            <a:avLst/>
            <a:gdLst/>
            <a:ahLst/>
            <a:cxnLst/>
            <a:rect r="r" b="b" t="t" l="l"/>
            <a:pathLst>
              <a:path h="5122843" w="4892315">
                <a:moveTo>
                  <a:pt x="4892315" y="5122843"/>
                </a:moveTo>
                <a:lnTo>
                  <a:pt x="0" y="5122843"/>
                </a:lnTo>
                <a:lnTo>
                  <a:pt x="0" y="0"/>
                </a:lnTo>
                <a:lnTo>
                  <a:pt x="4892315" y="0"/>
                </a:lnTo>
                <a:lnTo>
                  <a:pt x="4892315" y="512284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33" r="0" b="-4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63188" y="2633868"/>
            <a:ext cx="3896774" cy="5019264"/>
          </a:xfrm>
          <a:custGeom>
            <a:avLst/>
            <a:gdLst/>
            <a:ahLst/>
            <a:cxnLst/>
            <a:rect r="r" b="b" t="t" l="l"/>
            <a:pathLst>
              <a:path h="5019264" w="3896774">
                <a:moveTo>
                  <a:pt x="0" y="0"/>
                </a:moveTo>
                <a:lnTo>
                  <a:pt x="3896774" y="0"/>
                </a:lnTo>
                <a:lnTo>
                  <a:pt x="3896774" y="5019264"/>
                </a:lnTo>
                <a:lnTo>
                  <a:pt x="0" y="5019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81487" y="2691018"/>
            <a:ext cx="3896774" cy="5019264"/>
          </a:xfrm>
          <a:custGeom>
            <a:avLst/>
            <a:gdLst/>
            <a:ahLst/>
            <a:cxnLst/>
            <a:rect r="r" b="b" t="t" l="l"/>
            <a:pathLst>
              <a:path h="5019264" w="3896774">
                <a:moveTo>
                  <a:pt x="3896774" y="0"/>
                </a:moveTo>
                <a:lnTo>
                  <a:pt x="0" y="0"/>
                </a:lnTo>
                <a:lnTo>
                  <a:pt x="0" y="5019264"/>
                </a:lnTo>
                <a:lnTo>
                  <a:pt x="3896774" y="5019264"/>
                </a:lnTo>
                <a:lnTo>
                  <a:pt x="38967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42353" y="3284141"/>
            <a:ext cx="10593769" cy="3833018"/>
          </a:xfrm>
          <a:custGeom>
            <a:avLst/>
            <a:gdLst/>
            <a:ahLst/>
            <a:cxnLst/>
            <a:rect r="r" b="b" t="t" l="l"/>
            <a:pathLst>
              <a:path h="3833018" w="10593769">
                <a:moveTo>
                  <a:pt x="0" y="0"/>
                </a:moveTo>
                <a:lnTo>
                  <a:pt x="10593769" y="0"/>
                </a:lnTo>
                <a:lnTo>
                  <a:pt x="10593769" y="3833018"/>
                </a:lnTo>
                <a:lnTo>
                  <a:pt x="0" y="3833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01012" y="4421188"/>
            <a:ext cx="1088597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 spc="1312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DAHHLUNGsIc</dc:identifier>
  <dcterms:modified xsi:type="dcterms:W3CDTF">2011-08-01T06:04:30Z</dcterms:modified>
  <cp:revision>1</cp:revision>
  <dc:title>Group 6</dc:title>
</cp:coreProperties>
</file>